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3" d="100"/>
          <a:sy n="73" d="100"/>
        </p:scale>
        <p:origin x="3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47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93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26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39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94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0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07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54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54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77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6941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949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4705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92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32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36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9E4F6-8937-4E41-A806-FB5F24533D7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C398C7C-A2CA-4D0A-97EB-47FB291BD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630C-8472-3453-2708-9EDD1EDD9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3253620"/>
            <a:ext cx="7766936" cy="164630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 DATA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047F0-4667-4CEE-9C56-C035B664E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249" y="664849"/>
            <a:ext cx="4490141" cy="188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91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3D79-7C24-7D58-1809-B4E094BF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0021"/>
          </a:xfrm>
        </p:spPr>
        <p:txBody>
          <a:bodyPr>
            <a:normAutofit/>
          </a:bodyPr>
          <a:lstStyle/>
          <a:p>
            <a:pPr algn="ctr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</a:t>
            </a:r>
            <a:r>
              <a:rPr lang="en-US" sz="42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42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82C32-C60A-F066-4747-FB6ACD384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890" y="1630344"/>
            <a:ext cx="4181556" cy="4618056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Project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List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75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B405-E2E3-5CD6-3BE8-9E5AEB20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8147"/>
          </a:xfrm>
        </p:spPr>
        <p:txBody>
          <a:bodyPr>
            <a:norm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0CEDE-FC71-4CD8-8836-56F6709F8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8985" y="1427747"/>
            <a:ext cx="5920111" cy="4215969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Manali Sachin Gaikwad	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Gurrala Charan	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Mohammadjuned Allauddin Halakarni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Shivendra Bhushan Godiyal	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Abhisha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Velsamy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92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0A3D-2D07-825C-767F-EF60F59D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67" y="98322"/>
            <a:ext cx="8596668" cy="639097"/>
          </a:xfrm>
        </p:spPr>
        <p:txBody>
          <a:bodyPr>
            <a:no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Project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CA758F-E7E1-E28B-F4DE-75B671BBD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711" y="820159"/>
            <a:ext cx="9907930" cy="58477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Adventure Works sales data across multiple years to evaluate overall business performance.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is to understand sales trends, profit behavior, and order quantity patterns over time.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top-performing products, identifies peak sales months and quarters, and compares year-wise revenue growth.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Region-wise and time-based insights help uncover seasonality and performance variations.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were created using Excel, Tableau, and Power BI to visualize KPIs and trends effectively.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was used to extract data, perform joins, clean records, and compute key metrics for accurate reporting and analysis.</a:t>
            </a:r>
          </a:p>
        </p:txBody>
      </p:sp>
    </p:spTree>
    <p:extLst>
      <p:ext uri="{BB962C8B-B14F-4D97-AF65-F5344CB8AC3E}">
        <p14:creationId xmlns:p14="http://schemas.microsoft.com/office/powerpoint/2010/main" val="850458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02A3-F148-7FAE-4C98-7C86A5EC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152400"/>
            <a:ext cx="2514600" cy="664238"/>
          </a:xfrm>
        </p:spPr>
        <p:txBody>
          <a:bodyPr>
            <a:no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D5023-1E70-F022-6EA2-F6B815573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534" y="1011712"/>
            <a:ext cx="7613226" cy="4736703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Sales                     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Sold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5 Products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Wise Sales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Products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Quarter-wise Profit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Year-wise Sales Comparison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Month-wise Sales Trend</a:t>
            </a:r>
          </a:p>
          <a:p>
            <a:pPr marL="0" indent="0">
              <a:buNone/>
            </a:pPr>
            <a:endParaRPr lang="en-IN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187128-9A13-F445-90DA-EB144F3A3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920" y="1011712"/>
            <a:ext cx="3291840" cy="473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BE02-489E-8D37-CB18-28B47DD4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894" y="54638"/>
            <a:ext cx="8596668" cy="746760"/>
          </a:xfrm>
        </p:spPr>
        <p:txBody>
          <a:bodyPr>
            <a:norm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249F0-2F3F-45DA-8746-DBF2EF3E8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398"/>
            <a:ext cx="12201948" cy="605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4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98A25-F1D5-C202-D0F7-A2F62BF3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92A2-1C72-677F-D074-36C424DE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894" y="54638"/>
            <a:ext cx="8596668" cy="746760"/>
          </a:xfrm>
        </p:spPr>
        <p:txBody>
          <a:bodyPr>
            <a:norm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036CB-E189-B123-E6EA-ED72A11BB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398"/>
            <a:ext cx="12191999" cy="605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0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F4CD-9AF8-5DC5-2B05-98D0795F3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7FBC-4066-12F3-29C2-BB4C294F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894" y="54638"/>
            <a:ext cx="8596668" cy="746760"/>
          </a:xfrm>
        </p:spPr>
        <p:txBody>
          <a:bodyPr>
            <a:norm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990FCA-98F1-8C8D-EC1E-7BAF48A2E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2192000" cy="617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48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CB49-96B4-CB60-F307-1E8A34EF1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3AEC-F757-5CC4-1EA5-7E9EA82A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894" y="54638"/>
            <a:ext cx="8596668" cy="746760"/>
          </a:xfrm>
        </p:spPr>
        <p:txBody>
          <a:bodyPr>
            <a:norm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SCRIPT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EA29B9-178A-6C98-CA5B-52F731C44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07923"/>
            <a:ext cx="6095999" cy="61500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751A57-2B8F-151D-9338-7A411742A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07922"/>
            <a:ext cx="6095999" cy="615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6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C92B-6141-6A89-1607-5F527DC8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921" y="3838"/>
            <a:ext cx="2753033" cy="8128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731A6A-93B0-D048-28C6-A2D77A7D0B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5471" y="816638"/>
            <a:ext cx="11189109" cy="56176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and sales efforts on top-performing products such as the Mountain-200 series to maximize revenue.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promotional campaigns during high-sales months to further boost peak-season performance.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targeted offers and discounts in low-performing months to reduce sales fluctuations.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quarter-wise profit trends, especially in early quarters, to address potential revenue drops.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sales strategies in underperforming regions using region-specific promotions.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tax and cost patterns to improve overall profit margins.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Regularly track KPIs through dashboards to support real-time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5944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13B0-22CE-9205-4DF5-07376755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1609" y="37127"/>
            <a:ext cx="3962400" cy="792029"/>
          </a:xfrm>
        </p:spPr>
        <p:txBody>
          <a:bodyPr>
            <a:norm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0B4BB2-114B-E297-B864-7E824D3CAA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444" y="829156"/>
            <a:ext cx="8263251" cy="58477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analysis clearly highlights growth trends and seasonal patterns.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Year-wise and month-wise comparisons help identify peak and low business periods.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Dashboards convert complex datasets into easy-to-understand visuals.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multiple BI tools provides better validation and deeper insights.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Product-level analysis supports focused and efficient business strategies.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enable more accurate planning and forecasting.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7BDB47-69DB-5441-6494-595D2021B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696" y="0"/>
            <a:ext cx="3427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38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A21E-D169-3A7B-9BEE-D35905732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116" y="21194"/>
            <a:ext cx="4286865" cy="66859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FE8C5C-E333-34CA-66DA-685331D7E7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2627" y="915931"/>
            <a:ext cx="7143681" cy="54784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analyzed Adventure Works sales data across multiple years.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interactive and insightful dashboards using Excel, Tableau, and Power BI.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SQL for data extraction, cleaning, and aggregation.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sales, profit, and performance trends.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strong skills in data analysis, visualization, and business insight generation.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3C5DFE-38B8-39F1-6A4C-EA821F36A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523" y="0"/>
            <a:ext cx="3254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1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8B4A-9AAC-BEB4-8488-2C901514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451" y="1406012"/>
            <a:ext cx="8596668" cy="4552335"/>
          </a:xfrm>
        </p:spPr>
        <p:txBody>
          <a:bodyPr>
            <a:noAutofit/>
          </a:bodyPr>
          <a:lstStyle/>
          <a:p>
            <a:pPr algn="ctr"/>
            <a:r>
              <a:rPr lang="en-IN" sz="1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430980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238</TotalTime>
  <Words>404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Times New Roman</vt:lpstr>
      <vt:lpstr>Trebuchet MS</vt:lpstr>
      <vt:lpstr>Wingdings</vt:lpstr>
      <vt:lpstr>Wingdings 3</vt:lpstr>
      <vt:lpstr>Facet</vt:lpstr>
      <vt:lpstr>ADVENTURE WORKS DATA ANALYSIS</vt:lpstr>
      <vt:lpstr>Today’s Agenda</vt:lpstr>
      <vt:lpstr>Group Members</vt:lpstr>
      <vt:lpstr>Summary of the Project</vt:lpstr>
      <vt:lpstr>KPI List</vt:lpstr>
      <vt:lpstr>EXCEL DASHBOARD</vt:lpstr>
      <vt:lpstr>POWER BI DASHBOARD</vt:lpstr>
      <vt:lpstr>TABLEAU DASHBOARD</vt:lpstr>
      <vt:lpstr>SQL SCRIPT</vt:lpstr>
      <vt:lpstr>Suggestions</vt:lpstr>
      <vt:lpstr>Key Takeaways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DATA ANALYSIS</dc:title>
  <dc:creator>Mohammad J</dc:creator>
  <cp:lastModifiedBy>Shivendra Bhushan Godiyal</cp:lastModifiedBy>
  <cp:revision>15</cp:revision>
  <dcterms:created xsi:type="dcterms:W3CDTF">2025-12-10T16:51:55Z</dcterms:created>
  <dcterms:modified xsi:type="dcterms:W3CDTF">2025-12-17T12:31:29Z</dcterms:modified>
</cp:coreProperties>
</file>